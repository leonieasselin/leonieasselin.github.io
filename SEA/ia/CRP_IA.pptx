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a45644502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a45644502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45644502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45644502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a45644502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a45644502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45644502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a45644502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473b380d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473b380d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1473b380d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1473b380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473b380d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473b380d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45644502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a45644502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473b380d3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473b380d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473b380d3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473b380d3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473b380d3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1473b380d3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45644502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a45644502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7f99878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7f99878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473b380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473b380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16d14a3a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16d14a3a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473b380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1473b380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f972e3bd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0f972e3bd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-1244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3600"/>
              <a:t> Communauté de recherche philosophique sur l’intelligence artificielle</a:t>
            </a:r>
            <a:endParaRPr sz="3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588" y="1872400"/>
            <a:ext cx="7240825" cy="307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31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CA"/>
              <a:t>Déroulement de la période</a:t>
            </a:r>
            <a:endParaRPr b="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75975"/>
            <a:ext cx="813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Mise en place des règles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Mise en place du fonctionnement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Les outils de la pensée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Choix de la question de la CRP (on délimite sur quoi va porter la discussion)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Discussion sur la ou les question.s choisie.s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1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CA"/>
              <a:t>Les règles</a:t>
            </a:r>
            <a:endParaRPr b="1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19775" y="721025"/>
            <a:ext cx="8936700" cy="45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 u="sng"/>
              <a:t>Respect de tous (prof et élèves)</a:t>
            </a:r>
            <a:r>
              <a:rPr lang="fr-CA"/>
              <a:t> → Pas d’attaque personnelle, pas d’insulte. On fait un débat pour arriver à un consensus, pour dialoguer.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 u="sng"/>
              <a:t>Respect du tour de parole</a:t>
            </a:r>
            <a:r>
              <a:rPr lang="fr-CA"/>
              <a:t> → C’est important de </a:t>
            </a:r>
            <a:r>
              <a:rPr b="1" lang="fr-CA"/>
              <a:t>lever sa main et d’attendre ton droit de </a:t>
            </a:r>
            <a:r>
              <a:rPr b="1" lang="fr-CA"/>
              <a:t>parole</a:t>
            </a:r>
            <a:r>
              <a:rPr lang="fr-CA"/>
              <a:t>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4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CA"/>
              <a:t>Les autres règles (en avez-vous à ajouter ?)</a:t>
            </a:r>
            <a:endParaRPr b="1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CA"/>
              <a:t>Fonctionnement</a:t>
            </a:r>
            <a:endParaRPr b="1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Vous allez tous recevoir un carton rouge. Lors de la discussion, à n’importe quel moment, vous pouvez lever votre carton rouge lorsque vous entendez une erreur de raisonnement. À ce moment, la discussion est interrompue. Si vous avez levé le carton rouge, vous devez 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Nommer l’erreur de raisonnement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Si c’est bel et bien une erreur, la personne doit reformuler ces propos. Si ce n’en est pas une, la discussion continue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Les outils de la pensée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Pour </a:t>
            </a:r>
            <a:r>
              <a:rPr lang="fr-CA"/>
              <a:t>analyser</a:t>
            </a:r>
            <a:r>
              <a:rPr lang="fr-CA"/>
              <a:t> un enjeu éthique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Pour avoir un</a:t>
            </a:r>
            <a:r>
              <a:rPr lang="fr-CA"/>
              <a:t> argumentaire solide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Pour avoir une discussion structurée qui ne tourne pas en rond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Pour mieux comprendre la discussion, pour l’analyser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Pour évaluer les arguments des autres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198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Outils de la pensée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96300" y="861950"/>
            <a:ext cx="8960100" cy="4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fr-CA" u="sng"/>
              <a:t>Justifier </a:t>
            </a:r>
            <a:r>
              <a:rPr lang="fr-CA"/>
              <a:t>: Soutenir une idée avec des arguments et/ou avec des preuves. En fait, c’est le pourquoi on pense quelque chose.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fr-CA" u="sng"/>
              <a:t>Clarifier </a:t>
            </a:r>
            <a:r>
              <a:rPr lang="fr-CA"/>
              <a:t>: Lorsque notre idée n’a pas été bien comprise, pour préciser notre argument ou celui d’une autre personne.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fr-CA" u="sng"/>
              <a:t>Définir </a:t>
            </a:r>
            <a:r>
              <a:rPr lang="fr-CA"/>
              <a:t>: Expliciter le sens exact d’un mot ou d’un concept (souvent au début du dialogue)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fr-CA" u="sng"/>
              <a:t>Comparer </a:t>
            </a:r>
            <a:r>
              <a:rPr lang="fr-CA"/>
              <a:t>: Établir des ressemblances ou des différences entre des idées, des concepts ou des situations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fr-CA" u="sng"/>
              <a:t>Faire une analogie</a:t>
            </a:r>
            <a:r>
              <a:rPr lang="fr-CA"/>
              <a:t> : É</a:t>
            </a:r>
            <a:r>
              <a:rPr lang="fr-CA"/>
              <a:t>tablir un lien entre une idée nouvelle et quelque chose de connu pour la rendre plus compréhensible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fr-CA" u="sng"/>
              <a:t>Nuancer </a:t>
            </a:r>
            <a:r>
              <a:rPr lang="fr-CA"/>
              <a:t>: Éviter la généralisation en ajoutant des précisions ou des exceptions. C’est équilibrer sa pensée. Permet d’éviter d’être dans les extrêmes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1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Outils de la pensée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96300" y="688925"/>
            <a:ext cx="8960100" cy="43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7. </a:t>
            </a:r>
            <a:r>
              <a:rPr b="1" lang="fr-CA" u="sng"/>
              <a:t>Donner des exemples et des contre-exemples</a:t>
            </a:r>
            <a:r>
              <a:rPr lang="fr-CA"/>
              <a:t> : C’est illustrer son idée pour la rendre concrète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8. </a:t>
            </a:r>
            <a:r>
              <a:rPr b="1" lang="fr-CA" u="sng"/>
              <a:t>Soulever des conséquences</a:t>
            </a:r>
            <a:r>
              <a:rPr lang="fr-CA"/>
              <a:t> : S’interroger sur les effets possibles d’une idée ou d’une action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9. </a:t>
            </a:r>
            <a:r>
              <a:rPr b="1" lang="fr-CA" u="sng"/>
              <a:t>Synthétiser</a:t>
            </a:r>
            <a:r>
              <a:rPr lang="fr-CA"/>
              <a:t> : Rassembler les éléments principaux d’une discussion pour en faire un résumé clair et concis. C’est récapituler les points importants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10. </a:t>
            </a:r>
            <a:r>
              <a:rPr b="1" lang="fr-CA" u="sng"/>
              <a:t>Questionner </a:t>
            </a:r>
            <a:r>
              <a:rPr lang="fr-CA"/>
              <a:t>: Poser des questions pour approfondir la discussion « Pourquoi ?», « Comment ? », « Que veux-tu dire ? »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-CA"/>
              <a:t>11. </a:t>
            </a:r>
            <a:r>
              <a:rPr b="1" lang="fr-CA" u="sng"/>
              <a:t>Modifier son point de vue</a:t>
            </a:r>
            <a:r>
              <a:rPr lang="fr-CA"/>
              <a:t> : Explorer la </a:t>
            </a:r>
            <a:r>
              <a:rPr lang="fr-CA"/>
              <a:t>position</a:t>
            </a:r>
            <a:r>
              <a:rPr lang="fr-CA"/>
              <a:t> des autres, envisager la situation sous un autre angle.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CA"/>
              <a:t>Idées de sujet</a:t>
            </a:r>
            <a:endParaRPr b="1"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Fiabilité/efficacité de l’IA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La collecte de données personnelles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Diffusion de mauvaises informations (désinformation)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Impact sur l’éducation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Sécurité publique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Protection de la vie privée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186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Idées de questions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49325" y="826725"/>
            <a:ext cx="9030600" cy="41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Quels sont les risques face aux récoltes de données personnelles ? Quelles seraient les conséquences 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Est-ce que l’IA est assez fiable pour que son utilisation soit pertinente 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Quels sont les risques de la hausse de la désinformation causée par l’intelligence artificielle ? Que pouvons-nous faire pour y remédier 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Est-ce que l’intelligence artificielle nuit à la qualité de l’éducation 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Est-ce que l’intelligence artificielle remplace l’intelligence humaine 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Est-ce que l’intelligence artificielle pourrait remplacer l’humain dans les emplois ? Quelles seraient les conséquences 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L’IA peut-elle être efficace pour la protection de la population ? (reconnaissance faciale des criminels, terroristes,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Est-ce que l’IA empiète sur notre vie privée en </a:t>
            </a:r>
            <a:r>
              <a:rPr lang="fr-CA"/>
              <a:t>récoltant</a:t>
            </a:r>
            <a:r>
              <a:rPr lang="fr-CA"/>
              <a:t> nos données personnelles?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Les cookies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800" y="1070275"/>
            <a:ext cx="6733000" cy="38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L’histoire de Snowden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950" y="1017725"/>
            <a:ext cx="7118599" cy="398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CA"/>
              <a:t>Question de recherche choisie (Gr:12)</a:t>
            </a:r>
            <a:endParaRPr b="1"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017725"/>
            <a:ext cx="8520600" cy="3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Est-ce que l’IA va dépasser l’humain un jour ? (13)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Est-ce que l’intelligence artificielle pourrait remplacer l’humain dans les emplois ? Quelles seraient les conséquences ? (10)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Est-ce que les IA participe à l’augmentation du chômage ? (4)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Est-ce qu’il y a des domaines dans lesquels l’humain reste toujours plus performant que l’IA? (13)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Est-ce que l’IA représente un danger pour l’être humain ? (7)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Est-ce que la désinformation causée par l’IA accentue les tensions politiques actuelles ? (5)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490250" y="450150"/>
            <a:ext cx="6367800" cy="365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-4343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AutoNum type="arabicPeriod"/>
            </a:pPr>
            <a:r>
              <a:rPr lang="fr-CA" sz="3600">
                <a:solidFill>
                  <a:schemeClr val="lt1"/>
                </a:solidFill>
              </a:rPr>
              <a:t>Est-ce que l’IA va dépasser l’humain un jour ?</a:t>
            </a:r>
            <a:r>
              <a:rPr lang="fr-CA" sz="3600">
                <a:solidFill>
                  <a:schemeClr val="lt2"/>
                </a:solidFill>
              </a:rPr>
              <a:t> </a:t>
            </a:r>
            <a:endParaRPr sz="3600">
              <a:solidFill>
                <a:schemeClr val="lt2"/>
              </a:solidFill>
            </a:endParaRPr>
          </a:p>
          <a:p>
            <a:pPr indent="-4343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fr-CA" sz="3600"/>
              <a:t>Est-ce qu’il y a des domaines dans lesquels l’humain reste toujours plus performant que l’IA?</a:t>
            </a:r>
            <a:endParaRPr sz="3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CA"/>
              <a:t>Question de recherche choisie (Gr:09)</a:t>
            </a:r>
            <a:endParaRPr b="1"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Existe-il deux vie (une vie réelle et une vie digitale) ? (4)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Est-ce que l’IA va remplacer les </a:t>
            </a:r>
            <a:r>
              <a:rPr lang="fr-CA"/>
              <a:t>employés ? (6)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Est-ce que c’est notre faute si on se fait voler nos données personnelles, mais qu’on ne prend pas le temps de lire les conditions d’utilisation ? (9)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Qu’est-ce qui pourrait motiver l’IA à prendre le contrôle sur les humains ? (7)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Est-ce que l’IA a le pouvoir de changer la manière dont les humains réfléchissent ? (6)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-CA" sz="3600">
                <a:solidFill>
                  <a:schemeClr val="lt2"/>
                </a:solidFill>
              </a:rPr>
              <a:t>Qu’est-ce qu l’IA gagnerait à prendre le contrôle sur les humains ?</a:t>
            </a:r>
            <a:endParaRPr sz="3600"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CA"/>
              <a:t>Question de recherche choisie (Gr:01)</a:t>
            </a:r>
            <a:endParaRPr b="1"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Comment l’IA pourrait dépasser l’humain si l’IA a été créée par l’humain 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Est-ce que l’IA pourrait apprendre seul sans l’humain 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Est-ce que l’IA peut être avantageuse dans la médecine 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Est-ce que certains enseignants pourraient se faire remplacer par l’IA?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Est-ce que l’IA pourrait s’intégrer à des objets de la vie de tous les jours (exemple un réfrigérateur)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Est-ce que l’IA peut améliorer l’intelligence humaine 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Qu’est-ce qui </a:t>
            </a:r>
            <a:r>
              <a:rPr lang="fr-CA"/>
              <a:t>pourrait</a:t>
            </a:r>
            <a:r>
              <a:rPr lang="fr-CA"/>
              <a:t> arriver si l’IA pouvait remplacer l’humain dans tous les emplois et métiers 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19986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À vous de jouer :)</a:t>
            </a:r>
            <a:endParaRPr/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